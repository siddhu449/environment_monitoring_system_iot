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rben" panose="020B0604020202020204" charset="0"/>
      <p:regular r:id="rId13"/>
    </p:embeddedFont>
    <p:embeddedFont>
      <p:font typeface="Nobil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22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574852" y="2337197"/>
            <a:ext cx="7480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AFCBF8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CAMPUS  RECOVERY  SYSTEM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4976098" y="3386138"/>
            <a:ext cx="46782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For College Campuses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42932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Developed By: Viraj Naik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911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Academic Year: 2024–2025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52938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Tech Stack: HTML/CSS/JS, Django/PHP, MySQL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888" y="346472"/>
            <a:ext cx="7191613" cy="39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Introduction: Addressing Campus Inconvenience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0888" y="1055132"/>
            <a:ext cx="1574959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0888" y="1377910"/>
            <a:ext cx="6720602" cy="60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Lost items on campus lead to significant inconvenience and frustration for students and faculty alike. The current methods for reporting and recovering items, primarily through notice boards or word-of-mouth, are highly inefficient and often ineffective.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0888" y="2095619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Disruption to daily student life.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0888" y="2341126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a centralized tracking system.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40888" y="2586633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Increased administrative burden.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76530" y="1055132"/>
            <a:ext cx="1574959" cy="196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76530" y="1377910"/>
            <a:ext cx="6720602" cy="402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propose a digital platform designed specifically for reporting and tracking lost and found items. This web-based system aims to streamline the process, making it faster and more reliable.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76530" y="1894165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digital repository.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76530" y="2139672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Enhanced communication between parties.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76530" y="2385179"/>
            <a:ext cx="6720602" cy="201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Cost-effective implementation (no IoT integration in initial phase).</a:t>
            </a:r>
            <a:endParaRPr lang="en-US" sz="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530" y="2728317"/>
            <a:ext cx="6720602" cy="6720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0199"/>
            <a:ext cx="78106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Objectives of the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526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primary goals are to enhance efficiency and security in managing lost and found items on campus.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7065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505319"/>
            <a:ext cx="29217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Centralized Reporting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995738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a single, accessible platform for all lost and found item reports.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37065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505319"/>
            <a:ext cx="30808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Faster Communication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995738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quick and direct communication between item owners and finders.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288518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423178"/>
            <a:ext cx="3083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Secure Record-Keeping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5913596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secure and verifiable digital records for administrative oversight.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288518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423178"/>
            <a:ext cx="3049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Reduce Manual Efforts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5913596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 reporting and matching processes to minimize human intervention.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173" y="341948"/>
            <a:ext cx="4825008" cy="388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Comparison: Old vs. New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5173" y="1041202"/>
            <a:ext cx="3081814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Existing System: Inefficient &amp; Fragmented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5173" y="1359813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Notices: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Reliance on physical bulletin boards and verbal announcements.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35173" y="1602105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Tracking History: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Lost items are rarely recorded, leading to dead ends.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35173" y="1844397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Slow Resolution: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Identification and return processes are protracted and disorganized.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35173" y="2086689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Reach: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Information spread is confined to physical locations.</a:t>
            </a:r>
            <a:endParaRPr lang="en-US" sz="9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73" y="2425422"/>
            <a:ext cx="6728341" cy="67283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74506" y="1041202"/>
            <a:ext cx="2958941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Proposed System: Modern &amp; Streamlined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74506" y="1359813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Web-Based Platform: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Centralized digital access for all users.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74506" y="1602105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Database-Backed Records: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Comprehensive, searchable history of all reports.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74506" y="1844397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Matching: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Instant search and potential matches for lost and found items.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74506" y="2086689"/>
            <a:ext cx="6728341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24/7 Accessibility: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Users can report and search anytime, anywhere with internet access.</a:t>
            </a:r>
            <a:endParaRPr lang="en-US" sz="9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4506" y="2425422"/>
            <a:ext cx="6728341" cy="67283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815" y="333851"/>
            <a:ext cx="5576411" cy="379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Architecture: A 3-Tier Approach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4815" y="955953"/>
            <a:ext cx="1378077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leverages a robust 3-tier architecture to ensure scalability, maintainability, and efficient data flow.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172" y="1286828"/>
            <a:ext cx="8059936" cy="7238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02149" y="2721491"/>
            <a:ext cx="3004186" cy="38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326" y="4353639"/>
            <a:ext cx="689033" cy="6890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19080" y="6705182"/>
            <a:ext cx="2909660" cy="38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534" y="4773735"/>
            <a:ext cx="689033" cy="6890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01664" y="3532613"/>
            <a:ext cx="2909660" cy="38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9701" y="5224836"/>
            <a:ext cx="689034" cy="68903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24815" y="8782764"/>
            <a:ext cx="1787128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 (User Interface)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24815" y="9093756"/>
            <a:ext cx="4397097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Developed using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HTML, CSS, and JavaScript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This layer handles the user experience, allowing for seamless interaction with the platform. It's designed to be intuitive and responsive.</a:t>
            </a:r>
            <a:endParaRPr lang="en-US" sz="950" dirty="0"/>
          </a:p>
        </p:txBody>
      </p:sp>
      <p:sp>
        <p:nvSpPr>
          <p:cNvPr id="13" name="Text 7"/>
          <p:cNvSpPr/>
          <p:nvPr/>
        </p:nvSpPr>
        <p:spPr>
          <a:xfrm>
            <a:off x="5125522" y="8782764"/>
            <a:ext cx="2389346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 (Logic &amp; Authentication)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5125522" y="9093756"/>
            <a:ext cx="4395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Powered by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Django or PHP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this layer manages all the business logic, user authentication, and communication with the database. It ensures data integrity and security.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9824918" y="8782764"/>
            <a:ext cx="1708547" cy="189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(Data Storage)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9824918" y="9093756"/>
            <a:ext cx="439578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Utilizing </a:t>
            </a:r>
            <a:r>
              <a:rPr lang="en-US" sz="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</a:t>
            </a:r>
            <a:r>
              <a:rPr lang="en-US" sz="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this tier securely stores all user information, lost item details, and found item records. It is optimized for quick retrieval and reliable storage.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702" y="520660"/>
            <a:ext cx="5357932" cy="59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Functional Modules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2702" y="1491139"/>
            <a:ext cx="13304996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is divided into several core modules, each addressing a specific aspect of the lost and found process.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2702" y="2007156"/>
            <a:ext cx="426006" cy="426006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723" y="2042636"/>
            <a:ext cx="28396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8017" y="2072164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User Authentication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8017" y="2481620"/>
            <a:ext cx="1268968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login and registration process for all users, ensuring data privacy and accountability.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2702" y="3163372"/>
            <a:ext cx="426006" cy="426006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3723" y="3198852"/>
            <a:ext cx="28396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8017" y="3228380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Lost Item Report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78017" y="3637836"/>
            <a:ext cx="1268968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user-friendly form for reporting lost items, including detailed descriptions and optional photo uploads.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2702" y="4319587"/>
            <a:ext cx="426006" cy="426006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3723" y="4355068"/>
            <a:ext cx="28396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78017" y="4384596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Found Item Report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278017" y="4794052"/>
            <a:ext cx="1268968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similar interface for reporting found items, capturing essential details for matching.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2702" y="5475803"/>
            <a:ext cx="426006" cy="426006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723" y="5511284"/>
            <a:ext cx="28396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78017" y="5540812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Admin Panel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1278017" y="5950268"/>
            <a:ext cx="12689681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dedicated interface for administrators to verify, manage, and track all reported items.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2702" y="6632019"/>
            <a:ext cx="426006" cy="426006"/>
          </a:xfrm>
          <a:prstGeom prst="roundRect">
            <a:avLst>
              <a:gd name="adj" fmla="val 1867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723" y="6667500"/>
            <a:ext cx="283964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78017" y="6697027"/>
            <a:ext cx="2367082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Search &amp; Matching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1278017" y="7106483"/>
            <a:ext cx="12689681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advanced search function that automatically suggests potential matches between lost and found items based on keywords and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7117"/>
            <a:ext cx="7768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Design: Core Tables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5952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relational database schema is designed to efficiently store and retrieve all necessary information for the Lost Item Report System. We use MySQL for robust data management.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40480"/>
            <a:ext cx="13042821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384810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399180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1262" y="3991808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user_id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0251" y="3991808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name, email, password (hashed)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4498419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4642128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lost_items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31262" y="4642128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item_id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30251" y="4642128"/>
            <a:ext cx="39719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description, date_lost, photo_url, user_id (FK)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511641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462" y="5655350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found_items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331262" y="5655350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item_id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630251" y="5655350"/>
            <a:ext cx="397192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description, date_found, photo_url, user_id (FK)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4529"/>
            <a:ext cx="81622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Advantages of Our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569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digital platform offers significant improvements over traditional methods.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74990"/>
            <a:ext cx="6407944" cy="2116574"/>
          </a:xfrm>
          <a:prstGeom prst="roundRect">
            <a:avLst>
              <a:gd name="adj" fmla="val 691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774990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032284"/>
            <a:ext cx="4393287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⚡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Faster Reporting &amp; Resolution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2524" y="354556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can report items instantly from anywhere, accelerating the matching process and reducing wait times for owners.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774990"/>
            <a:ext cx="6408063" cy="2116574"/>
          </a:xfrm>
          <a:prstGeom prst="roundRect">
            <a:avLst>
              <a:gd name="adj" fmla="val 691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774990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032284"/>
            <a:ext cx="4324231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📁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Digital &amp; Centralized Records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3545562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All data is stored digitally, eliminating paper clutter and creating a searchable, organized database for quick retrieval.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18378"/>
            <a:ext cx="6407944" cy="2116574"/>
          </a:xfrm>
          <a:prstGeom prst="roundRect">
            <a:avLst>
              <a:gd name="adj" fmla="val 691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18378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75672"/>
            <a:ext cx="4055269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🔒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Secure User Authentication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2524" y="5888950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Robust login and registration mechanisms ensure that personal information and item details are protected.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18378"/>
            <a:ext cx="6408063" cy="2116574"/>
          </a:xfrm>
          <a:prstGeom prst="roundRect">
            <a:avLst>
              <a:gd name="adj" fmla="val 691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18378"/>
            <a:ext cx="121920" cy="2116574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75672"/>
            <a:ext cx="3483293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💰</a:t>
            </a: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Cost-Effective Solution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7282" y="5888950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By focusing on a software-only approach without initial IoT hardware integration, we keep implementation costs minimal.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076" y="327660"/>
            <a:ext cx="5408533" cy="37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Limitations and Future Enhancements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17076" y="997744"/>
            <a:ext cx="1489591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Current Limitations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17076" y="1302901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Internet Dependency: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Requires an active internet connection for access and reporting.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7076" y="1535192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Photo Matching: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Currently, visual matching of items relies on manual review by users or administrators.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7076" y="1767483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Limited Offline Capability: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functionality available without network access.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6" y="2092166"/>
            <a:ext cx="6752749" cy="6752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8195" y="997744"/>
            <a:ext cx="1554361" cy="18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68195" y="1302901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Mobile Application: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Develop native iOS and Android apps for enhanced accessibility and push notifications.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68195" y="1535192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Image Recognition (AI):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Integrate AI algorithms for automated visual matching of uploaded photos.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68195" y="1767483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IoT Integration: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Explore incorporating QR codes or RFID tags for automated item identification and tracking.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68195" y="1999774"/>
            <a:ext cx="6752749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Notifications:</a:t>
            </a:r>
            <a:r>
              <a:rPr lang="en-US" sz="9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Implement email/SMS alerts for new matches or updates on reported items.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195" y="2324457"/>
            <a:ext cx="6752749" cy="67527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0" y="725329"/>
            <a:ext cx="51206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Conclusion &amp; Q&amp;A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510457" y="1979771"/>
            <a:ext cx="7403068" cy="102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Impact of the Missing Item Report System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10457" y="3311128"/>
            <a:ext cx="740306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system offers a practical and effective solution to a common campus problem. By centralizing reporting, enhancing communication, and maintaining secure records, it significantly improves efficiency and reduces inconvenience.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10457" y="4852154"/>
            <a:ext cx="740306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Solves a real and persistent campus issue.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10457" y="5251490"/>
            <a:ext cx="740306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Scalable for adoption by other educational institutions.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10457" y="5650825"/>
            <a:ext cx="7403068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Promotes a more organized and supportive campus environment.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03275" y="1672590"/>
            <a:ext cx="22860" cy="4377571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8010168" y="6357342"/>
            <a:ext cx="4096464" cy="512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6203275" y="7176611"/>
            <a:ext cx="7710249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are now ready to answer your questions.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Custom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Corben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SPKCS03</cp:lastModifiedBy>
  <cp:revision>2</cp:revision>
  <dcterms:created xsi:type="dcterms:W3CDTF">2025-08-04T18:24:46Z</dcterms:created>
  <dcterms:modified xsi:type="dcterms:W3CDTF">2025-08-07T06:24:43Z</dcterms:modified>
</cp:coreProperties>
</file>